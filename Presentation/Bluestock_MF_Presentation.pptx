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FA4CDC-FDF9-4E6E-BEA5-63A3FBB20F8D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AD2FE97-559B-44C7-9BAB-3A4FB62EEC1D}">
      <dgm:prSet/>
      <dgm:spPr/>
      <dgm:t>
        <a:bodyPr/>
        <a:lstStyle/>
        <a:p>
          <a:r>
            <a:rPr lang="en-IN" b="1"/>
            <a:t>End-to-End Workflow</a:t>
          </a:r>
          <a:endParaRPr lang="en-US"/>
        </a:p>
      </dgm:t>
    </dgm:pt>
    <dgm:pt modelId="{8BBA654A-B82F-4734-B8CF-99D82E146901}" type="parTrans" cxnId="{DCDFF238-BF75-4B39-8BC0-DDAFE03C5E9A}">
      <dgm:prSet/>
      <dgm:spPr/>
      <dgm:t>
        <a:bodyPr/>
        <a:lstStyle/>
        <a:p>
          <a:endParaRPr lang="en-US"/>
        </a:p>
      </dgm:t>
    </dgm:pt>
    <dgm:pt modelId="{56A4C09F-FCF1-4E41-AB68-5ACF665FD9F2}" type="sibTrans" cxnId="{DCDFF238-BF75-4B39-8BC0-DDAFE03C5E9A}">
      <dgm:prSet/>
      <dgm:spPr/>
      <dgm:t>
        <a:bodyPr/>
        <a:lstStyle/>
        <a:p>
          <a:endParaRPr lang="en-US"/>
        </a:p>
      </dgm:t>
    </dgm:pt>
    <dgm:pt modelId="{B15C9A3C-4AE3-4B72-8439-E5F3A0F4D0B4}">
      <dgm:prSet/>
      <dgm:spPr/>
      <dgm:t>
        <a:bodyPr/>
        <a:lstStyle/>
        <a:p>
          <a:r>
            <a:rPr lang="en-IN"/>
            <a:t>Raw CSV Files</a:t>
          </a:r>
          <a:endParaRPr lang="en-US"/>
        </a:p>
      </dgm:t>
    </dgm:pt>
    <dgm:pt modelId="{203992D5-0C7C-4C54-B297-339D77CB76F6}" type="parTrans" cxnId="{BD036627-AC7F-4C18-B3A0-8F041118CC7F}">
      <dgm:prSet/>
      <dgm:spPr/>
      <dgm:t>
        <a:bodyPr/>
        <a:lstStyle/>
        <a:p>
          <a:endParaRPr lang="en-US"/>
        </a:p>
      </dgm:t>
    </dgm:pt>
    <dgm:pt modelId="{F9D62A0F-46D4-484F-B39D-F18F53443A00}" type="sibTrans" cxnId="{BD036627-AC7F-4C18-B3A0-8F041118CC7F}">
      <dgm:prSet/>
      <dgm:spPr/>
      <dgm:t>
        <a:bodyPr/>
        <a:lstStyle/>
        <a:p>
          <a:endParaRPr lang="en-US"/>
        </a:p>
      </dgm:t>
    </dgm:pt>
    <dgm:pt modelId="{E82F625F-62F2-4AF1-BA24-779112192CDB}">
      <dgm:prSet/>
      <dgm:spPr/>
      <dgm:t>
        <a:bodyPr/>
        <a:lstStyle/>
        <a:p>
          <a:r>
            <a:rPr lang="en-IN"/>
            <a:t>Data Ingestion</a:t>
          </a:r>
          <a:endParaRPr lang="en-US"/>
        </a:p>
      </dgm:t>
    </dgm:pt>
    <dgm:pt modelId="{1805024F-FA3F-4764-A2C5-4126EAABC0C8}" type="parTrans" cxnId="{532E3D21-2506-430F-9104-87895F2F1E52}">
      <dgm:prSet/>
      <dgm:spPr/>
      <dgm:t>
        <a:bodyPr/>
        <a:lstStyle/>
        <a:p>
          <a:endParaRPr lang="en-US"/>
        </a:p>
      </dgm:t>
    </dgm:pt>
    <dgm:pt modelId="{AF29301E-9C24-48DA-8D1A-AB49BF12971E}" type="sibTrans" cxnId="{532E3D21-2506-430F-9104-87895F2F1E52}">
      <dgm:prSet/>
      <dgm:spPr/>
      <dgm:t>
        <a:bodyPr/>
        <a:lstStyle/>
        <a:p>
          <a:endParaRPr lang="en-US"/>
        </a:p>
      </dgm:t>
    </dgm:pt>
    <dgm:pt modelId="{6CAD68D5-EC31-41A4-BF8B-89ABFBB1B36E}">
      <dgm:prSet/>
      <dgm:spPr/>
      <dgm:t>
        <a:bodyPr/>
        <a:lstStyle/>
        <a:p>
          <a:r>
            <a:rPr lang="en-IN"/>
            <a:t>Data Cleaning</a:t>
          </a:r>
          <a:endParaRPr lang="en-US"/>
        </a:p>
      </dgm:t>
    </dgm:pt>
    <dgm:pt modelId="{406692B6-D5CB-4C0C-AD20-96B091EAADB4}" type="parTrans" cxnId="{4B933B00-0DDA-4D60-A2E2-493B469910D5}">
      <dgm:prSet/>
      <dgm:spPr/>
      <dgm:t>
        <a:bodyPr/>
        <a:lstStyle/>
        <a:p>
          <a:endParaRPr lang="en-US"/>
        </a:p>
      </dgm:t>
    </dgm:pt>
    <dgm:pt modelId="{36C784D4-5A6B-4D08-A917-FE04108FEB1E}" type="sibTrans" cxnId="{4B933B00-0DDA-4D60-A2E2-493B469910D5}">
      <dgm:prSet/>
      <dgm:spPr/>
      <dgm:t>
        <a:bodyPr/>
        <a:lstStyle/>
        <a:p>
          <a:endParaRPr lang="en-US"/>
        </a:p>
      </dgm:t>
    </dgm:pt>
    <dgm:pt modelId="{3FA836D2-81E0-4910-83A6-43D85277200B}">
      <dgm:prSet/>
      <dgm:spPr/>
      <dgm:t>
        <a:bodyPr/>
        <a:lstStyle/>
        <a:p>
          <a:r>
            <a:rPr lang="en-IN"/>
            <a:t>SQLite Database</a:t>
          </a:r>
          <a:endParaRPr lang="en-US"/>
        </a:p>
      </dgm:t>
    </dgm:pt>
    <dgm:pt modelId="{5F75BDD4-61F0-498B-8F84-A267344B95AF}" type="parTrans" cxnId="{A66C8D96-0DF8-4D16-880B-7C330B08F213}">
      <dgm:prSet/>
      <dgm:spPr/>
      <dgm:t>
        <a:bodyPr/>
        <a:lstStyle/>
        <a:p>
          <a:endParaRPr lang="en-US"/>
        </a:p>
      </dgm:t>
    </dgm:pt>
    <dgm:pt modelId="{53655529-C597-4D40-B22F-4989A1B6F0C8}" type="sibTrans" cxnId="{A66C8D96-0DF8-4D16-880B-7C330B08F213}">
      <dgm:prSet/>
      <dgm:spPr/>
      <dgm:t>
        <a:bodyPr/>
        <a:lstStyle/>
        <a:p>
          <a:endParaRPr lang="en-US"/>
        </a:p>
      </dgm:t>
    </dgm:pt>
    <dgm:pt modelId="{840B5A1C-58AC-4ABE-80C0-7F5C914ECCB4}">
      <dgm:prSet/>
      <dgm:spPr/>
      <dgm:t>
        <a:bodyPr/>
        <a:lstStyle/>
        <a:p>
          <a:r>
            <a:rPr lang="en-IN"/>
            <a:t>EDA</a:t>
          </a:r>
          <a:endParaRPr lang="en-US"/>
        </a:p>
      </dgm:t>
    </dgm:pt>
    <dgm:pt modelId="{3472C3FC-32A3-418C-AC9A-297A9CC84D14}" type="parTrans" cxnId="{645C6201-F367-4B3E-8781-88B016C881C9}">
      <dgm:prSet/>
      <dgm:spPr/>
      <dgm:t>
        <a:bodyPr/>
        <a:lstStyle/>
        <a:p>
          <a:endParaRPr lang="en-US"/>
        </a:p>
      </dgm:t>
    </dgm:pt>
    <dgm:pt modelId="{2F114019-4BFE-4F78-BE8E-2F2433D8CF02}" type="sibTrans" cxnId="{645C6201-F367-4B3E-8781-88B016C881C9}">
      <dgm:prSet/>
      <dgm:spPr/>
      <dgm:t>
        <a:bodyPr/>
        <a:lstStyle/>
        <a:p>
          <a:endParaRPr lang="en-US"/>
        </a:p>
      </dgm:t>
    </dgm:pt>
    <dgm:pt modelId="{4B4F0A48-CFFF-401B-9F64-364FD40736F7}">
      <dgm:prSet/>
      <dgm:spPr/>
      <dgm:t>
        <a:bodyPr/>
        <a:lstStyle/>
        <a:p>
          <a:r>
            <a:rPr lang="en-IN"/>
            <a:t>Performance Analytics</a:t>
          </a:r>
          <a:endParaRPr lang="en-US"/>
        </a:p>
      </dgm:t>
    </dgm:pt>
    <dgm:pt modelId="{B16721BE-DD71-47D3-94C3-A87D0397BCB2}" type="parTrans" cxnId="{B2316106-A359-421C-AEF6-DF593125F0AB}">
      <dgm:prSet/>
      <dgm:spPr/>
      <dgm:t>
        <a:bodyPr/>
        <a:lstStyle/>
        <a:p>
          <a:endParaRPr lang="en-US"/>
        </a:p>
      </dgm:t>
    </dgm:pt>
    <dgm:pt modelId="{E3F4F4C8-10DE-4648-9B3D-0497EE969543}" type="sibTrans" cxnId="{B2316106-A359-421C-AEF6-DF593125F0AB}">
      <dgm:prSet/>
      <dgm:spPr/>
      <dgm:t>
        <a:bodyPr/>
        <a:lstStyle/>
        <a:p>
          <a:endParaRPr lang="en-US"/>
        </a:p>
      </dgm:t>
    </dgm:pt>
    <dgm:pt modelId="{80B0CB66-F340-4E47-A9D4-87841985B47B}">
      <dgm:prSet/>
      <dgm:spPr/>
      <dgm:t>
        <a:bodyPr/>
        <a:lstStyle/>
        <a:p>
          <a:r>
            <a:rPr lang="en-IN"/>
            <a:t>Advanced Analytics</a:t>
          </a:r>
          <a:endParaRPr lang="en-US"/>
        </a:p>
      </dgm:t>
    </dgm:pt>
    <dgm:pt modelId="{6425C940-8875-4863-BCEA-D7DDEA9C9E9E}" type="parTrans" cxnId="{3A033D39-F2EB-408B-8808-65F5E241DBD2}">
      <dgm:prSet/>
      <dgm:spPr/>
      <dgm:t>
        <a:bodyPr/>
        <a:lstStyle/>
        <a:p>
          <a:endParaRPr lang="en-US"/>
        </a:p>
      </dgm:t>
    </dgm:pt>
    <dgm:pt modelId="{C9E0DB67-BA44-4D91-A38C-A90A9DF08A0F}" type="sibTrans" cxnId="{3A033D39-F2EB-408B-8808-65F5E241DBD2}">
      <dgm:prSet/>
      <dgm:spPr/>
      <dgm:t>
        <a:bodyPr/>
        <a:lstStyle/>
        <a:p>
          <a:endParaRPr lang="en-US"/>
        </a:p>
      </dgm:t>
    </dgm:pt>
    <dgm:pt modelId="{3328F326-D55B-495F-A883-46BB9CE11AAD}">
      <dgm:prSet/>
      <dgm:spPr/>
      <dgm:t>
        <a:bodyPr/>
        <a:lstStyle/>
        <a:p>
          <a:r>
            <a:rPr lang="en-IN"/>
            <a:t>Power BI Dashboard</a:t>
          </a:r>
          <a:endParaRPr lang="en-US"/>
        </a:p>
      </dgm:t>
    </dgm:pt>
    <dgm:pt modelId="{870FDE3A-DB61-4B38-9D73-A6ED8F3C5905}" type="parTrans" cxnId="{123100F1-A6A1-4BD3-AE75-F285C915AF47}">
      <dgm:prSet/>
      <dgm:spPr/>
      <dgm:t>
        <a:bodyPr/>
        <a:lstStyle/>
        <a:p>
          <a:endParaRPr lang="en-US"/>
        </a:p>
      </dgm:t>
    </dgm:pt>
    <dgm:pt modelId="{7A0F13AA-2B7B-43BD-AAB5-03A0BB42E6DA}" type="sibTrans" cxnId="{123100F1-A6A1-4BD3-AE75-F285C915AF47}">
      <dgm:prSet/>
      <dgm:spPr/>
      <dgm:t>
        <a:bodyPr/>
        <a:lstStyle/>
        <a:p>
          <a:endParaRPr lang="en-US"/>
        </a:p>
      </dgm:t>
    </dgm:pt>
    <dgm:pt modelId="{43F92612-A60C-4AEA-979C-5BF79D44349F}">
      <dgm:prSet/>
      <dgm:spPr/>
      <dgm:t>
        <a:bodyPr/>
        <a:lstStyle/>
        <a:p>
          <a:r>
            <a:rPr lang="en-IN"/>
            <a:t>Business Insights</a:t>
          </a:r>
          <a:endParaRPr lang="en-US"/>
        </a:p>
      </dgm:t>
    </dgm:pt>
    <dgm:pt modelId="{7FE11EC0-CC08-40A5-8A66-0AEF980B06F1}" type="parTrans" cxnId="{5BE5F253-0A2C-4B78-A282-8C8104BF562E}">
      <dgm:prSet/>
      <dgm:spPr/>
      <dgm:t>
        <a:bodyPr/>
        <a:lstStyle/>
        <a:p>
          <a:endParaRPr lang="en-US"/>
        </a:p>
      </dgm:t>
    </dgm:pt>
    <dgm:pt modelId="{936777F6-B8A4-4B98-A7D2-DDC21CFAF727}" type="sibTrans" cxnId="{5BE5F253-0A2C-4B78-A282-8C8104BF562E}">
      <dgm:prSet/>
      <dgm:spPr/>
      <dgm:t>
        <a:bodyPr/>
        <a:lstStyle/>
        <a:p>
          <a:endParaRPr lang="en-US"/>
        </a:p>
      </dgm:t>
    </dgm:pt>
    <dgm:pt modelId="{D558C976-7E0B-45BD-9D01-48F2129B6F74}" type="pres">
      <dgm:prSet presAssocID="{1CFA4CDC-FDF9-4E6E-BEA5-63A3FBB20F8D}" presName="Name0" presStyleCnt="0">
        <dgm:presLayoutVars>
          <dgm:dir/>
          <dgm:resizeHandles val="exact"/>
        </dgm:presLayoutVars>
      </dgm:prSet>
      <dgm:spPr/>
    </dgm:pt>
    <dgm:pt modelId="{9E3168C1-524C-4462-A40D-EA9B0E70EBD3}" type="pres">
      <dgm:prSet presAssocID="{2AD2FE97-559B-44C7-9BAB-3A4FB62EEC1D}" presName="node" presStyleLbl="node1" presStyleIdx="0" presStyleCnt="10">
        <dgm:presLayoutVars>
          <dgm:bulletEnabled val="1"/>
        </dgm:presLayoutVars>
      </dgm:prSet>
      <dgm:spPr/>
    </dgm:pt>
    <dgm:pt modelId="{719B392B-9B66-4B4F-9186-47C1C072E5A4}" type="pres">
      <dgm:prSet presAssocID="{56A4C09F-FCF1-4E41-AB68-5ACF665FD9F2}" presName="sibTrans" presStyleLbl="sibTrans1D1" presStyleIdx="0" presStyleCnt="9"/>
      <dgm:spPr/>
    </dgm:pt>
    <dgm:pt modelId="{A4F43D54-F57A-4386-8E56-53618F7A1EFF}" type="pres">
      <dgm:prSet presAssocID="{56A4C09F-FCF1-4E41-AB68-5ACF665FD9F2}" presName="connectorText" presStyleLbl="sibTrans1D1" presStyleIdx="0" presStyleCnt="9"/>
      <dgm:spPr/>
    </dgm:pt>
    <dgm:pt modelId="{9E4C0002-3ECB-499D-888F-C443DD894FD8}" type="pres">
      <dgm:prSet presAssocID="{B15C9A3C-4AE3-4B72-8439-E5F3A0F4D0B4}" presName="node" presStyleLbl="node1" presStyleIdx="1" presStyleCnt="10">
        <dgm:presLayoutVars>
          <dgm:bulletEnabled val="1"/>
        </dgm:presLayoutVars>
      </dgm:prSet>
      <dgm:spPr/>
    </dgm:pt>
    <dgm:pt modelId="{331DB8C6-69BC-411E-BB63-A1FFA556CE3D}" type="pres">
      <dgm:prSet presAssocID="{F9D62A0F-46D4-484F-B39D-F18F53443A00}" presName="sibTrans" presStyleLbl="sibTrans1D1" presStyleIdx="1" presStyleCnt="9"/>
      <dgm:spPr/>
    </dgm:pt>
    <dgm:pt modelId="{32B00D66-BF47-45F3-AD26-48A7EB211530}" type="pres">
      <dgm:prSet presAssocID="{F9D62A0F-46D4-484F-B39D-F18F53443A00}" presName="connectorText" presStyleLbl="sibTrans1D1" presStyleIdx="1" presStyleCnt="9"/>
      <dgm:spPr/>
    </dgm:pt>
    <dgm:pt modelId="{638F4A7D-6467-4277-AFAD-0AF7C84A593D}" type="pres">
      <dgm:prSet presAssocID="{E82F625F-62F2-4AF1-BA24-779112192CDB}" presName="node" presStyleLbl="node1" presStyleIdx="2" presStyleCnt="10">
        <dgm:presLayoutVars>
          <dgm:bulletEnabled val="1"/>
        </dgm:presLayoutVars>
      </dgm:prSet>
      <dgm:spPr/>
    </dgm:pt>
    <dgm:pt modelId="{B71C0437-E790-4D02-86EF-611E75BCA54B}" type="pres">
      <dgm:prSet presAssocID="{AF29301E-9C24-48DA-8D1A-AB49BF12971E}" presName="sibTrans" presStyleLbl="sibTrans1D1" presStyleIdx="2" presStyleCnt="9"/>
      <dgm:spPr/>
    </dgm:pt>
    <dgm:pt modelId="{7ED3A82F-4B7C-4960-9C1B-2684067124F7}" type="pres">
      <dgm:prSet presAssocID="{AF29301E-9C24-48DA-8D1A-AB49BF12971E}" presName="connectorText" presStyleLbl="sibTrans1D1" presStyleIdx="2" presStyleCnt="9"/>
      <dgm:spPr/>
    </dgm:pt>
    <dgm:pt modelId="{D9281C28-C784-45DE-9D7C-1C582C5ABA84}" type="pres">
      <dgm:prSet presAssocID="{6CAD68D5-EC31-41A4-BF8B-89ABFBB1B36E}" presName="node" presStyleLbl="node1" presStyleIdx="3" presStyleCnt="10">
        <dgm:presLayoutVars>
          <dgm:bulletEnabled val="1"/>
        </dgm:presLayoutVars>
      </dgm:prSet>
      <dgm:spPr/>
    </dgm:pt>
    <dgm:pt modelId="{A5D488E4-E4B4-483C-8037-2E01773F49D6}" type="pres">
      <dgm:prSet presAssocID="{36C784D4-5A6B-4D08-A917-FE04108FEB1E}" presName="sibTrans" presStyleLbl="sibTrans1D1" presStyleIdx="3" presStyleCnt="9"/>
      <dgm:spPr/>
    </dgm:pt>
    <dgm:pt modelId="{7EC0A823-1BEA-4BC8-8719-4922F323AC08}" type="pres">
      <dgm:prSet presAssocID="{36C784D4-5A6B-4D08-A917-FE04108FEB1E}" presName="connectorText" presStyleLbl="sibTrans1D1" presStyleIdx="3" presStyleCnt="9"/>
      <dgm:spPr/>
    </dgm:pt>
    <dgm:pt modelId="{758B4054-0276-441F-AED1-555D249879C0}" type="pres">
      <dgm:prSet presAssocID="{3FA836D2-81E0-4910-83A6-43D85277200B}" presName="node" presStyleLbl="node1" presStyleIdx="4" presStyleCnt="10">
        <dgm:presLayoutVars>
          <dgm:bulletEnabled val="1"/>
        </dgm:presLayoutVars>
      </dgm:prSet>
      <dgm:spPr/>
    </dgm:pt>
    <dgm:pt modelId="{3AAAD86C-2623-4BBE-A713-68D05CF63989}" type="pres">
      <dgm:prSet presAssocID="{53655529-C597-4D40-B22F-4989A1B6F0C8}" presName="sibTrans" presStyleLbl="sibTrans1D1" presStyleIdx="4" presStyleCnt="9"/>
      <dgm:spPr/>
    </dgm:pt>
    <dgm:pt modelId="{B9BD869A-2439-478B-890A-BE3B4A0222E7}" type="pres">
      <dgm:prSet presAssocID="{53655529-C597-4D40-B22F-4989A1B6F0C8}" presName="connectorText" presStyleLbl="sibTrans1D1" presStyleIdx="4" presStyleCnt="9"/>
      <dgm:spPr/>
    </dgm:pt>
    <dgm:pt modelId="{C3B78C92-7329-42C2-8662-B2AD5F054F0E}" type="pres">
      <dgm:prSet presAssocID="{840B5A1C-58AC-4ABE-80C0-7F5C914ECCB4}" presName="node" presStyleLbl="node1" presStyleIdx="5" presStyleCnt="10">
        <dgm:presLayoutVars>
          <dgm:bulletEnabled val="1"/>
        </dgm:presLayoutVars>
      </dgm:prSet>
      <dgm:spPr/>
    </dgm:pt>
    <dgm:pt modelId="{E9F4730B-EFA2-4B14-869E-76214980FF1F}" type="pres">
      <dgm:prSet presAssocID="{2F114019-4BFE-4F78-BE8E-2F2433D8CF02}" presName="sibTrans" presStyleLbl="sibTrans1D1" presStyleIdx="5" presStyleCnt="9"/>
      <dgm:spPr/>
    </dgm:pt>
    <dgm:pt modelId="{CB7BA172-4C41-4B3B-A6E2-98F373308742}" type="pres">
      <dgm:prSet presAssocID="{2F114019-4BFE-4F78-BE8E-2F2433D8CF02}" presName="connectorText" presStyleLbl="sibTrans1D1" presStyleIdx="5" presStyleCnt="9"/>
      <dgm:spPr/>
    </dgm:pt>
    <dgm:pt modelId="{C76519F5-DFBC-4769-9EF0-BEAD4436BF26}" type="pres">
      <dgm:prSet presAssocID="{4B4F0A48-CFFF-401B-9F64-364FD40736F7}" presName="node" presStyleLbl="node1" presStyleIdx="6" presStyleCnt="10">
        <dgm:presLayoutVars>
          <dgm:bulletEnabled val="1"/>
        </dgm:presLayoutVars>
      </dgm:prSet>
      <dgm:spPr/>
    </dgm:pt>
    <dgm:pt modelId="{5A3797B1-FEE3-483B-AE9D-3DC6EFCFAAA4}" type="pres">
      <dgm:prSet presAssocID="{E3F4F4C8-10DE-4648-9B3D-0497EE969543}" presName="sibTrans" presStyleLbl="sibTrans1D1" presStyleIdx="6" presStyleCnt="9"/>
      <dgm:spPr/>
    </dgm:pt>
    <dgm:pt modelId="{850556CB-1A3F-45C1-A08E-81D0341D9EDD}" type="pres">
      <dgm:prSet presAssocID="{E3F4F4C8-10DE-4648-9B3D-0497EE969543}" presName="connectorText" presStyleLbl="sibTrans1D1" presStyleIdx="6" presStyleCnt="9"/>
      <dgm:spPr/>
    </dgm:pt>
    <dgm:pt modelId="{46EA1939-A10D-4B85-B7B3-AAC340E8E8C8}" type="pres">
      <dgm:prSet presAssocID="{80B0CB66-F340-4E47-A9D4-87841985B47B}" presName="node" presStyleLbl="node1" presStyleIdx="7" presStyleCnt="10">
        <dgm:presLayoutVars>
          <dgm:bulletEnabled val="1"/>
        </dgm:presLayoutVars>
      </dgm:prSet>
      <dgm:spPr/>
    </dgm:pt>
    <dgm:pt modelId="{4931FA2A-F3A3-436C-881D-7E0CE0B921A8}" type="pres">
      <dgm:prSet presAssocID="{C9E0DB67-BA44-4D91-A38C-A90A9DF08A0F}" presName="sibTrans" presStyleLbl="sibTrans1D1" presStyleIdx="7" presStyleCnt="9"/>
      <dgm:spPr/>
    </dgm:pt>
    <dgm:pt modelId="{2B1254AD-C7AB-4FA2-8CEA-7BB14BD2AD85}" type="pres">
      <dgm:prSet presAssocID="{C9E0DB67-BA44-4D91-A38C-A90A9DF08A0F}" presName="connectorText" presStyleLbl="sibTrans1D1" presStyleIdx="7" presStyleCnt="9"/>
      <dgm:spPr/>
    </dgm:pt>
    <dgm:pt modelId="{6EECF3E7-78E9-4D6B-B3A3-53B8BEC54F46}" type="pres">
      <dgm:prSet presAssocID="{3328F326-D55B-495F-A883-46BB9CE11AAD}" presName="node" presStyleLbl="node1" presStyleIdx="8" presStyleCnt="10">
        <dgm:presLayoutVars>
          <dgm:bulletEnabled val="1"/>
        </dgm:presLayoutVars>
      </dgm:prSet>
      <dgm:spPr/>
    </dgm:pt>
    <dgm:pt modelId="{40BCBDEF-28F6-4F1A-A000-EC08A0112F49}" type="pres">
      <dgm:prSet presAssocID="{7A0F13AA-2B7B-43BD-AAB5-03A0BB42E6DA}" presName="sibTrans" presStyleLbl="sibTrans1D1" presStyleIdx="8" presStyleCnt="9"/>
      <dgm:spPr/>
    </dgm:pt>
    <dgm:pt modelId="{B3C6B13D-6AE7-46E0-A7B6-5E32AFD39209}" type="pres">
      <dgm:prSet presAssocID="{7A0F13AA-2B7B-43BD-AAB5-03A0BB42E6DA}" presName="connectorText" presStyleLbl="sibTrans1D1" presStyleIdx="8" presStyleCnt="9"/>
      <dgm:spPr/>
    </dgm:pt>
    <dgm:pt modelId="{101F69E2-9AFA-4797-B3C1-4E495B7D4975}" type="pres">
      <dgm:prSet presAssocID="{43F92612-A60C-4AEA-979C-5BF79D44349F}" presName="node" presStyleLbl="node1" presStyleIdx="9" presStyleCnt="10">
        <dgm:presLayoutVars>
          <dgm:bulletEnabled val="1"/>
        </dgm:presLayoutVars>
      </dgm:prSet>
      <dgm:spPr/>
    </dgm:pt>
  </dgm:ptLst>
  <dgm:cxnLst>
    <dgm:cxn modelId="{4B933B00-0DDA-4D60-A2E2-493B469910D5}" srcId="{1CFA4CDC-FDF9-4E6E-BEA5-63A3FBB20F8D}" destId="{6CAD68D5-EC31-41A4-BF8B-89ABFBB1B36E}" srcOrd="3" destOrd="0" parTransId="{406692B6-D5CB-4C0C-AD20-96B091EAADB4}" sibTransId="{36C784D4-5A6B-4D08-A917-FE04108FEB1E}"/>
    <dgm:cxn modelId="{DAF34C00-8552-43DB-9AC1-B280BCEA0D8C}" type="presOf" srcId="{43F92612-A60C-4AEA-979C-5BF79D44349F}" destId="{101F69E2-9AFA-4797-B3C1-4E495B7D4975}" srcOrd="0" destOrd="0" presId="urn:microsoft.com/office/officeart/2016/7/layout/RepeatingBendingProcessNew"/>
    <dgm:cxn modelId="{645C6201-F367-4B3E-8781-88B016C881C9}" srcId="{1CFA4CDC-FDF9-4E6E-BEA5-63A3FBB20F8D}" destId="{840B5A1C-58AC-4ABE-80C0-7F5C914ECCB4}" srcOrd="5" destOrd="0" parTransId="{3472C3FC-32A3-418C-AC9A-297A9CC84D14}" sibTransId="{2F114019-4BFE-4F78-BE8E-2F2433D8CF02}"/>
    <dgm:cxn modelId="{B2316106-A359-421C-AEF6-DF593125F0AB}" srcId="{1CFA4CDC-FDF9-4E6E-BEA5-63A3FBB20F8D}" destId="{4B4F0A48-CFFF-401B-9F64-364FD40736F7}" srcOrd="6" destOrd="0" parTransId="{B16721BE-DD71-47D3-94C3-A87D0397BCB2}" sibTransId="{E3F4F4C8-10DE-4648-9B3D-0497EE969543}"/>
    <dgm:cxn modelId="{AEE67311-AD7D-4AD9-AE75-612B3ED296CE}" type="presOf" srcId="{56A4C09F-FCF1-4E41-AB68-5ACF665FD9F2}" destId="{719B392B-9B66-4B4F-9186-47C1C072E5A4}" srcOrd="0" destOrd="0" presId="urn:microsoft.com/office/officeart/2016/7/layout/RepeatingBendingProcessNew"/>
    <dgm:cxn modelId="{532E3D21-2506-430F-9104-87895F2F1E52}" srcId="{1CFA4CDC-FDF9-4E6E-BEA5-63A3FBB20F8D}" destId="{E82F625F-62F2-4AF1-BA24-779112192CDB}" srcOrd="2" destOrd="0" parTransId="{1805024F-FA3F-4764-A2C5-4126EAABC0C8}" sibTransId="{AF29301E-9C24-48DA-8D1A-AB49BF12971E}"/>
    <dgm:cxn modelId="{BD036627-AC7F-4C18-B3A0-8F041118CC7F}" srcId="{1CFA4CDC-FDF9-4E6E-BEA5-63A3FBB20F8D}" destId="{B15C9A3C-4AE3-4B72-8439-E5F3A0F4D0B4}" srcOrd="1" destOrd="0" parTransId="{203992D5-0C7C-4C54-B297-339D77CB76F6}" sibTransId="{F9D62A0F-46D4-484F-B39D-F18F53443A00}"/>
    <dgm:cxn modelId="{C1A2C129-83D1-445D-8849-221B8A447E14}" type="presOf" srcId="{E3F4F4C8-10DE-4648-9B3D-0497EE969543}" destId="{5A3797B1-FEE3-483B-AE9D-3DC6EFCFAAA4}" srcOrd="0" destOrd="0" presId="urn:microsoft.com/office/officeart/2016/7/layout/RepeatingBendingProcessNew"/>
    <dgm:cxn modelId="{9D0B442E-7B97-4F89-BC37-BEB61A83FD09}" type="presOf" srcId="{C9E0DB67-BA44-4D91-A38C-A90A9DF08A0F}" destId="{4931FA2A-F3A3-436C-881D-7E0CE0B921A8}" srcOrd="0" destOrd="0" presId="urn:microsoft.com/office/officeart/2016/7/layout/RepeatingBendingProcessNew"/>
    <dgm:cxn modelId="{52CF5535-9843-4D01-BAE7-E5DE2C53FFCB}" type="presOf" srcId="{E82F625F-62F2-4AF1-BA24-779112192CDB}" destId="{638F4A7D-6467-4277-AFAD-0AF7C84A593D}" srcOrd="0" destOrd="0" presId="urn:microsoft.com/office/officeart/2016/7/layout/RepeatingBendingProcessNew"/>
    <dgm:cxn modelId="{DCDFF238-BF75-4B39-8BC0-DDAFE03C5E9A}" srcId="{1CFA4CDC-FDF9-4E6E-BEA5-63A3FBB20F8D}" destId="{2AD2FE97-559B-44C7-9BAB-3A4FB62EEC1D}" srcOrd="0" destOrd="0" parTransId="{8BBA654A-B82F-4734-B8CF-99D82E146901}" sibTransId="{56A4C09F-FCF1-4E41-AB68-5ACF665FD9F2}"/>
    <dgm:cxn modelId="{3A033D39-F2EB-408B-8808-65F5E241DBD2}" srcId="{1CFA4CDC-FDF9-4E6E-BEA5-63A3FBB20F8D}" destId="{80B0CB66-F340-4E47-A9D4-87841985B47B}" srcOrd="7" destOrd="0" parTransId="{6425C940-8875-4863-BCEA-D7DDEA9C9E9E}" sibTransId="{C9E0DB67-BA44-4D91-A38C-A90A9DF08A0F}"/>
    <dgm:cxn modelId="{F5730A3D-FCDA-46D7-9FF9-9244E6311F34}" type="presOf" srcId="{840B5A1C-58AC-4ABE-80C0-7F5C914ECCB4}" destId="{C3B78C92-7329-42C2-8662-B2AD5F054F0E}" srcOrd="0" destOrd="0" presId="urn:microsoft.com/office/officeart/2016/7/layout/RepeatingBendingProcessNew"/>
    <dgm:cxn modelId="{90B0E760-4DD2-4441-9180-6D1CB6BD2688}" type="presOf" srcId="{F9D62A0F-46D4-484F-B39D-F18F53443A00}" destId="{32B00D66-BF47-45F3-AD26-48A7EB211530}" srcOrd="1" destOrd="0" presId="urn:microsoft.com/office/officeart/2016/7/layout/RepeatingBendingProcessNew"/>
    <dgm:cxn modelId="{FEC9AA65-02D5-4859-A71A-F5F98B0637EA}" type="presOf" srcId="{B15C9A3C-4AE3-4B72-8439-E5F3A0F4D0B4}" destId="{9E4C0002-3ECB-499D-888F-C443DD894FD8}" srcOrd="0" destOrd="0" presId="urn:microsoft.com/office/officeart/2016/7/layout/RepeatingBendingProcessNew"/>
    <dgm:cxn modelId="{4E58F06A-B455-4B08-8404-63005DEC470F}" type="presOf" srcId="{2F114019-4BFE-4F78-BE8E-2F2433D8CF02}" destId="{E9F4730B-EFA2-4B14-869E-76214980FF1F}" srcOrd="0" destOrd="0" presId="urn:microsoft.com/office/officeart/2016/7/layout/RepeatingBendingProcessNew"/>
    <dgm:cxn modelId="{807F004C-9F88-41BC-B480-2BADE82E0CF0}" type="presOf" srcId="{4B4F0A48-CFFF-401B-9F64-364FD40736F7}" destId="{C76519F5-DFBC-4769-9EF0-BEAD4436BF26}" srcOrd="0" destOrd="0" presId="urn:microsoft.com/office/officeart/2016/7/layout/RepeatingBendingProcessNew"/>
    <dgm:cxn modelId="{2ADACF4F-1B1F-4541-800E-18C2CC2EE598}" type="presOf" srcId="{AF29301E-9C24-48DA-8D1A-AB49BF12971E}" destId="{7ED3A82F-4B7C-4960-9C1B-2684067124F7}" srcOrd="1" destOrd="0" presId="urn:microsoft.com/office/officeart/2016/7/layout/RepeatingBendingProcessNew"/>
    <dgm:cxn modelId="{5BE5F253-0A2C-4B78-A282-8C8104BF562E}" srcId="{1CFA4CDC-FDF9-4E6E-BEA5-63A3FBB20F8D}" destId="{43F92612-A60C-4AEA-979C-5BF79D44349F}" srcOrd="9" destOrd="0" parTransId="{7FE11EC0-CC08-40A5-8A66-0AEF980B06F1}" sibTransId="{936777F6-B8A4-4B98-A7D2-DDC21CFAF727}"/>
    <dgm:cxn modelId="{8A80B658-7B95-4DB3-8F24-27E13A0F2188}" type="presOf" srcId="{36C784D4-5A6B-4D08-A917-FE04108FEB1E}" destId="{7EC0A823-1BEA-4BC8-8719-4922F323AC08}" srcOrd="1" destOrd="0" presId="urn:microsoft.com/office/officeart/2016/7/layout/RepeatingBendingProcessNew"/>
    <dgm:cxn modelId="{E201315A-95B2-425C-91E6-B1F0D613089C}" type="presOf" srcId="{80B0CB66-F340-4E47-A9D4-87841985B47B}" destId="{46EA1939-A10D-4B85-B7B3-AAC340E8E8C8}" srcOrd="0" destOrd="0" presId="urn:microsoft.com/office/officeart/2016/7/layout/RepeatingBendingProcessNew"/>
    <dgm:cxn modelId="{D578CE82-A141-4EE7-A6C6-E1F88AC6A071}" type="presOf" srcId="{3328F326-D55B-495F-A883-46BB9CE11AAD}" destId="{6EECF3E7-78E9-4D6B-B3A3-53B8BEC54F46}" srcOrd="0" destOrd="0" presId="urn:microsoft.com/office/officeart/2016/7/layout/RepeatingBendingProcessNew"/>
    <dgm:cxn modelId="{A127BB87-5D5E-4219-BF21-0A8AE7C5268E}" type="presOf" srcId="{2AD2FE97-559B-44C7-9BAB-3A4FB62EEC1D}" destId="{9E3168C1-524C-4462-A40D-EA9B0E70EBD3}" srcOrd="0" destOrd="0" presId="urn:microsoft.com/office/officeart/2016/7/layout/RepeatingBendingProcessNew"/>
    <dgm:cxn modelId="{672EFE89-F318-4ED5-AEF7-6EA880583B35}" type="presOf" srcId="{1CFA4CDC-FDF9-4E6E-BEA5-63A3FBB20F8D}" destId="{D558C976-7E0B-45BD-9D01-48F2129B6F74}" srcOrd="0" destOrd="0" presId="urn:microsoft.com/office/officeart/2016/7/layout/RepeatingBendingProcessNew"/>
    <dgm:cxn modelId="{6652B692-9634-434C-A887-D10A26C8E22C}" type="presOf" srcId="{6CAD68D5-EC31-41A4-BF8B-89ABFBB1B36E}" destId="{D9281C28-C784-45DE-9D7C-1C582C5ABA84}" srcOrd="0" destOrd="0" presId="urn:microsoft.com/office/officeart/2016/7/layout/RepeatingBendingProcessNew"/>
    <dgm:cxn modelId="{EB7B4F94-86C6-4E31-991D-C0623D023D13}" type="presOf" srcId="{7A0F13AA-2B7B-43BD-AAB5-03A0BB42E6DA}" destId="{B3C6B13D-6AE7-46E0-A7B6-5E32AFD39209}" srcOrd="1" destOrd="0" presId="urn:microsoft.com/office/officeart/2016/7/layout/RepeatingBendingProcessNew"/>
    <dgm:cxn modelId="{A66C8D96-0DF8-4D16-880B-7C330B08F213}" srcId="{1CFA4CDC-FDF9-4E6E-BEA5-63A3FBB20F8D}" destId="{3FA836D2-81E0-4910-83A6-43D85277200B}" srcOrd="4" destOrd="0" parTransId="{5F75BDD4-61F0-498B-8F84-A267344B95AF}" sibTransId="{53655529-C597-4D40-B22F-4989A1B6F0C8}"/>
    <dgm:cxn modelId="{5F8C459B-8A64-4586-B5A0-BAA941F57833}" type="presOf" srcId="{2F114019-4BFE-4F78-BE8E-2F2433D8CF02}" destId="{CB7BA172-4C41-4B3B-A6E2-98F373308742}" srcOrd="1" destOrd="0" presId="urn:microsoft.com/office/officeart/2016/7/layout/RepeatingBendingProcessNew"/>
    <dgm:cxn modelId="{D15B7FA3-C948-4F31-916E-E0D15F32B007}" type="presOf" srcId="{C9E0DB67-BA44-4D91-A38C-A90A9DF08A0F}" destId="{2B1254AD-C7AB-4FA2-8CEA-7BB14BD2AD85}" srcOrd="1" destOrd="0" presId="urn:microsoft.com/office/officeart/2016/7/layout/RepeatingBendingProcessNew"/>
    <dgm:cxn modelId="{48DF35AB-FB8A-41D3-B5F9-D701A53C0693}" type="presOf" srcId="{36C784D4-5A6B-4D08-A917-FE04108FEB1E}" destId="{A5D488E4-E4B4-483C-8037-2E01773F49D6}" srcOrd="0" destOrd="0" presId="urn:microsoft.com/office/officeart/2016/7/layout/RepeatingBendingProcessNew"/>
    <dgm:cxn modelId="{45373CAB-E616-4207-B29D-7A34FBE40AC9}" type="presOf" srcId="{53655529-C597-4D40-B22F-4989A1B6F0C8}" destId="{3AAAD86C-2623-4BBE-A713-68D05CF63989}" srcOrd="0" destOrd="0" presId="urn:microsoft.com/office/officeart/2016/7/layout/RepeatingBendingProcessNew"/>
    <dgm:cxn modelId="{B21BECC4-B8C3-4C70-B210-14AE7C0BDDC8}" type="presOf" srcId="{3FA836D2-81E0-4910-83A6-43D85277200B}" destId="{758B4054-0276-441F-AED1-555D249879C0}" srcOrd="0" destOrd="0" presId="urn:microsoft.com/office/officeart/2016/7/layout/RepeatingBendingProcessNew"/>
    <dgm:cxn modelId="{B5A725C7-0E69-481F-8D95-51A2505E4BDC}" type="presOf" srcId="{E3F4F4C8-10DE-4648-9B3D-0497EE969543}" destId="{850556CB-1A3F-45C1-A08E-81D0341D9EDD}" srcOrd="1" destOrd="0" presId="urn:microsoft.com/office/officeart/2016/7/layout/RepeatingBendingProcessNew"/>
    <dgm:cxn modelId="{A9EBD3C9-42DD-4205-AA20-9D75122495FB}" type="presOf" srcId="{F9D62A0F-46D4-484F-B39D-F18F53443A00}" destId="{331DB8C6-69BC-411E-BB63-A1FFA556CE3D}" srcOrd="0" destOrd="0" presId="urn:microsoft.com/office/officeart/2016/7/layout/RepeatingBendingProcessNew"/>
    <dgm:cxn modelId="{7BED4DEB-E666-4D3C-86B6-7D53C60C1C9B}" type="presOf" srcId="{AF29301E-9C24-48DA-8D1A-AB49BF12971E}" destId="{B71C0437-E790-4D02-86EF-611E75BCA54B}" srcOrd="0" destOrd="0" presId="urn:microsoft.com/office/officeart/2016/7/layout/RepeatingBendingProcessNew"/>
    <dgm:cxn modelId="{FBE262EC-0245-45EC-8500-029DDC324E72}" type="presOf" srcId="{53655529-C597-4D40-B22F-4989A1B6F0C8}" destId="{B9BD869A-2439-478B-890A-BE3B4A0222E7}" srcOrd="1" destOrd="0" presId="urn:microsoft.com/office/officeart/2016/7/layout/RepeatingBendingProcessNew"/>
    <dgm:cxn modelId="{123100F1-A6A1-4BD3-AE75-F285C915AF47}" srcId="{1CFA4CDC-FDF9-4E6E-BEA5-63A3FBB20F8D}" destId="{3328F326-D55B-495F-A883-46BB9CE11AAD}" srcOrd="8" destOrd="0" parTransId="{870FDE3A-DB61-4B38-9D73-A6ED8F3C5905}" sibTransId="{7A0F13AA-2B7B-43BD-AAB5-03A0BB42E6DA}"/>
    <dgm:cxn modelId="{C5DEBFFC-A474-453E-B070-1E1C1E130D19}" type="presOf" srcId="{7A0F13AA-2B7B-43BD-AAB5-03A0BB42E6DA}" destId="{40BCBDEF-28F6-4F1A-A000-EC08A0112F49}" srcOrd="0" destOrd="0" presId="urn:microsoft.com/office/officeart/2016/7/layout/RepeatingBendingProcessNew"/>
    <dgm:cxn modelId="{1671E0FD-AC22-4499-997C-38B7DFBDB901}" type="presOf" srcId="{56A4C09F-FCF1-4E41-AB68-5ACF665FD9F2}" destId="{A4F43D54-F57A-4386-8E56-53618F7A1EFF}" srcOrd="1" destOrd="0" presId="urn:microsoft.com/office/officeart/2016/7/layout/RepeatingBendingProcessNew"/>
    <dgm:cxn modelId="{0A4CF05A-F4E2-4195-839E-CA67FCFCE0E8}" type="presParOf" srcId="{D558C976-7E0B-45BD-9D01-48F2129B6F74}" destId="{9E3168C1-524C-4462-A40D-EA9B0E70EBD3}" srcOrd="0" destOrd="0" presId="urn:microsoft.com/office/officeart/2016/7/layout/RepeatingBendingProcessNew"/>
    <dgm:cxn modelId="{764325F8-7BF8-45D1-8BC6-D149479C569B}" type="presParOf" srcId="{D558C976-7E0B-45BD-9D01-48F2129B6F74}" destId="{719B392B-9B66-4B4F-9186-47C1C072E5A4}" srcOrd="1" destOrd="0" presId="urn:microsoft.com/office/officeart/2016/7/layout/RepeatingBendingProcessNew"/>
    <dgm:cxn modelId="{6B3E930A-1084-4775-9999-D3129C5FF98A}" type="presParOf" srcId="{719B392B-9B66-4B4F-9186-47C1C072E5A4}" destId="{A4F43D54-F57A-4386-8E56-53618F7A1EFF}" srcOrd="0" destOrd="0" presId="urn:microsoft.com/office/officeart/2016/7/layout/RepeatingBendingProcessNew"/>
    <dgm:cxn modelId="{B4A83E13-E578-4B06-B01C-98AB5EFF17DE}" type="presParOf" srcId="{D558C976-7E0B-45BD-9D01-48F2129B6F74}" destId="{9E4C0002-3ECB-499D-888F-C443DD894FD8}" srcOrd="2" destOrd="0" presId="urn:microsoft.com/office/officeart/2016/7/layout/RepeatingBendingProcessNew"/>
    <dgm:cxn modelId="{AF83E916-2B73-4A26-B670-8F0747C63357}" type="presParOf" srcId="{D558C976-7E0B-45BD-9D01-48F2129B6F74}" destId="{331DB8C6-69BC-411E-BB63-A1FFA556CE3D}" srcOrd="3" destOrd="0" presId="urn:microsoft.com/office/officeart/2016/7/layout/RepeatingBendingProcessNew"/>
    <dgm:cxn modelId="{3ABB650B-F66A-4CDB-8902-13BC7E825F23}" type="presParOf" srcId="{331DB8C6-69BC-411E-BB63-A1FFA556CE3D}" destId="{32B00D66-BF47-45F3-AD26-48A7EB211530}" srcOrd="0" destOrd="0" presId="urn:microsoft.com/office/officeart/2016/7/layout/RepeatingBendingProcessNew"/>
    <dgm:cxn modelId="{EB558B1A-9152-4E68-89B3-A937D4BA2E2D}" type="presParOf" srcId="{D558C976-7E0B-45BD-9D01-48F2129B6F74}" destId="{638F4A7D-6467-4277-AFAD-0AF7C84A593D}" srcOrd="4" destOrd="0" presId="urn:microsoft.com/office/officeart/2016/7/layout/RepeatingBendingProcessNew"/>
    <dgm:cxn modelId="{0F3A805C-B669-46A8-BECE-3DDB34051C48}" type="presParOf" srcId="{D558C976-7E0B-45BD-9D01-48F2129B6F74}" destId="{B71C0437-E790-4D02-86EF-611E75BCA54B}" srcOrd="5" destOrd="0" presId="urn:microsoft.com/office/officeart/2016/7/layout/RepeatingBendingProcessNew"/>
    <dgm:cxn modelId="{549CF48B-458D-4BCA-9C20-89C440ABBB99}" type="presParOf" srcId="{B71C0437-E790-4D02-86EF-611E75BCA54B}" destId="{7ED3A82F-4B7C-4960-9C1B-2684067124F7}" srcOrd="0" destOrd="0" presId="urn:microsoft.com/office/officeart/2016/7/layout/RepeatingBendingProcessNew"/>
    <dgm:cxn modelId="{FF9B91F5-E265-4870-B068-EFF64FDEFB08}" type="presParOf" srcId="{D558C976-7E0B-45BD-9D01-48F2129B6F74}" destId="{D9281C28-C784-45DE-9D7C-1C582C5ABA84}" srcOrd="6" destOrd="0" presId="urn:microsoft.com/office/officeart/2016/7/layout/RepeatingBendingProcessNew"/>
    <dgm:cxn modelId="{7CDB5150-44AB-468C-9EF4-FA19B5AED8DC}" type="presParOf" srcId="{D558C976-7E0B-45BD-9D01-48F2129B6F74}" destId="{A5D488E4-E4B4-483C-8037-2E01773F49D6}" srcOrd="7" destOrd="0" presId="urn:microsoft.com/office/officeart/2016/7/layout/RepeatingBendingProcessNew"/>
    <dgm:cxn modelId="{1CFC678F-3B3F-4BC1-A539-BF68C5797CD7}" type="presParOf" srcId="{A5D488E4-E4B4-483C-8037-2E01773F49D6}" destId="{7EC0A823-1BEA-4BC8-8719-4922F323AC08}" srcOrd="0" destOrd="0" presId="urn:microsoft.com/office/officeart/2016/7/layout/RepeatingBendingProcessNew"/>
    <dgm:cxn modelId="{4AA5CC04-C292-4FA2-8735-30F29D35D843}" type="presParOf" srcId="{D558C976-7E0B-45BD-9D01-48F2129B6F74}" destId="{758B4054-0276-441F-AED1-555D249879C0}" srcOrd="8" destOrd="0" presId="urn:microsoft.com/office/officeart/2016/7/layout/RepeatingBendingProcessNew"/>
    <dgm:cxn modelId="{860B92AD-C2F8-460E-8206-309D4CAD42D4}" type="presParOf" srcId="{D558C976-7E0B-45BD-9D01-48F2129B6F74}" destId="{3AAAD86C-2623-4BBE-A713-68D05CF63989}" srcOrd="9" destOrd="0" presId="urn:microsoft.com/office/officeart/2016/7/layout/RepeatingBendingProcessNew"/>
    <dgm:cxn modelId="{7BAA7574-DDD3-4CFD-95BC-C3C0EC75B3F7}" type="presParOf" srcId="{3AAAD86C-2623-4BBE-A713-68D05CF63989}" destId="{B9BD869A-2439-478B-890A-BE3B4A0222E7}" srcOrd="0" destOrd="0" presId="urn:microsoft.com/office/officeart/2016/7/layout/RepeatingBendingProcessNew"/>
    <dgm:cxn modelId="{C686627F-5799-40E9-B9D9-81C4411CDD74}" type="presParOf" srcId="{D558C976-7E0B-45BD-9D01-48F2129B6F74}" destId="{C3B78C92-7329-42C2-8662-B2AD5F054F0E}" srcOrd="10" destOrd="0" presId="urn:microsoft.com/office/officeart/2016/7/layout/RepeatingBendingProcessNew"/>
    <dgm:cxn modelId="{BD130EEC-A545-48DC-892E-0CFB7930FF58}" type="presParOf" srcId="{D558C976-7E0B-45BD-9D01-48F2129B6F74}" destId="{E9F4730B-EFA2-4B14-869E-76214980FF1F}" srcOrd="11" destOrd="0" presId="urn:microsoft.com/office/officeart/2016/7/layout/RepeatingBendingProcessNew"/>
    <dgm:cxn modelId="{065F4FCD-9560-4B85-97DC-7BFDECA360D8}" type="presParOf" srcId="{E9F4730B-EFA2-4B14-869E-76214980FF1F}" destId="{CB7BA172-4C41-4B3B-A6E2-98F373308742}" srcOrd="0" destOrd="0" presId="urn:microsoft.com/office/officeart/2016/7/layout/RepeatingBendingProcessNew"/>
    <dgm:cxn modelId="{5429AC59-5439-45D0-B5C7-3BB39D29F153}" type="presParOf" srcId="{D558C976-7E0B-45BD-9D01-48F2129B6F74}" destId="{C76519F5-DFBC-4769-9EF0-BEAD4436BF26}" srcOrd="12" destOrd="0" presId="urn:microsoft.com/office/officeart/2016/7/layout/RepeatingBendingProcessNew"/>
    <dgm:cxn modelId="{B159AF82-1CE4-4346-9F02-78FCEAD0BBEA}" type="presParOf" srcId="{D558C976-7E0B-45BD-9D01-48F2129B6F74}" destId="{5A3797B1-FEE3-483B-AE9D-3DC6EFCFAAA4}" srcOrd="13" destOrd="0" presId="urn:microsoft.com/office/officeart/2016/7/layout/RepeatingBendingProcessNew"/>
    <dgm:cxn modelId="{FD9BD818-05FA-4D15-9CFC-6FB4C77AEA49}" type="presParOf" srcId="{5A3797B1-FEE3-483B-AE9D-3DC6EFCFAAA4}" destId="{850556CB-1A3F-45C1-A08E-81D0341D9EDD}" srcOrd="0" destOrd="0" presId="urn:microsoft.com/office/officeart/2016/7/layout/RepeatingBendingProcessNew"/>
    <dgm:cxn modelId="{3703F303-81C6-4E2F-8F44-6C92D4CE6EDA}" type="presParOf" srcId="{D558C976-7E0B-45BD-9D01-48F2129B6F74}" destId="{46EA1939-A10D-4B85-B7B3-AAC340E8E8C8}" srcOrd="14" destOrd="0" presId="urn:microsoft.com/office/officeart/2016/7/layout/RepeatingBendingProcessNew"/>
    <dgm:cxn modelId="{242EF69C-1C59-44B9-BE86-9EFDBE004496}" type="presParOf" srcId="{D558C976-7E0B-45BD-9D01-48F2129B6F74}" destId="{4931FA2A-F3A3-436C-881D-7E0CE0B921A8}" srcOrd="15" destOrd="0" presId="urn:microsoft.com/office/officeart/2016/7/layout/RepeatingBendingProcessNew"/>
    <dgm:cxn modelId="{709F333E-7D80-42BB-8AD8-BBCC20EB411A}" type="presParOf" srcId="{4931FA2A-F3A3-436C-881D-7E0CE0B921A8}" destId="{2B1254AD-C7AB-4FA2-8CEA-7BB14BD2AD85}" srcOrd="0" destOrd="0" presId="urn:microsoft.com/office/officeart/2016/7/layout/RepeatingBendingProcessNew"/>
    <dgm:cxn modelId="{74F91C92-8523-4549-A8E5-759A06B8970E}" type="presParOf" srcId="{D558C976-7E0B-45BD-9D01-48F2129B6F74}" destId="{6EECF3E7-78E9-4D6B-B3A3-53B8BEC54F46}" srcOrd="16" destOrd="0" presId="urn:microsoft.com/office/officeart/2016/7/layout/RepeatingBendingProcessNew"/>
    <dgm:cxn modelId="{40089A55-C3CF-4B84-BD1E-8EAB216243B5}" type="presParOf" srcId="{D558C976-7E0B-45BD-9D01-48F2129B6F74}" destId="{40BCBDEF-28F6-4F1A-A000-EC08A0112F49}" srcOrd="17" destOrd="0" presId="urn:microsoft.com/office/officeart/2016/7/layout/RepeatingBendingProcessNew"/>
    <dgm:cxn modelId="{0C3EB472-8F60-40CA-923F-8772F563D47B}" type="presParOf" srcId="{40BCBDEF-28F6-4F1A-A000-EC08A0112F49}" destId="{B3C6B13D-6AE7-46E0-A7B6-5E32AFD39209}" srcOrd="0" destOrd="0" presId="urn:microsoft.com/office/officeart/2016/7/layout/RepeatingBendingProcessNew"/>
    <dgm:cxn modelId="{011E1702-B983-418F-A764-DFBC2A39A028}" type="presParOf" srcId="{D558C976-7E0B-45BD-9D01-48F2129B6F74}" destId="{101F69E2-9AFA-4797-B3C1-4E495B7D4975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B392B-9B66-4B4F-9186-47C1C072E5A4}">
      <dsp:nvSpPr>
        <dsp:cNvPr id="0" name=""/>
        <dsp:cNvSpPr/>
      </dsp:nvSpPr>
      <dsp:spPr>
        <a:xfrm>
          <a:off x="2043628" y="484603"/>
          <a:ext cx="3752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20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1085" y="528294"/>
        <a:ext cx="20290" cy="4058"/>
      </dsp:txXfrm>
    </dsp:sp>
    <dsp:sp modelId="{9E3168C1-524C-4462-A40D-EA9B0E70EBD3}">
      <dsp:nvSpPr>
        <dsp:cNvPr id="0" name=""/>
        <dsp:cNvSpPr/>
      </dsp:nvSpPr>
      <dsp:spPr>
        <a:xfrm>
          <a:off x="281061" y="1013"/>
          <a:ext cx="1764366" cy="105862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End-to-End Workflow</a:t>
          </a:r>
          <a:endParaRPr lang="en-US" sz="2300" kern="1200"/>
        </a:p>
      </dsp:txBody>
      <dsp:txXfrm>
        <a:off x="281061" y="1013"/>
        <a:ext cx="1764366" cy="1058620"/>
      </dsp:txXfrm>
    </dsp:sp>
    <dsp:sp modelId="{331DB8C6-69BC-411E-BB63-A1FFA556CE3D}">
      <dsp:nvSpPr>
        <dsp:cNvPr id="0" name=""/>
        <dsp:cNvSpPr/>
      </dsp:nvSpPr>
      <dsp:spPr>
        <a:xfrm>
          <a:off x="4213799" y="484603"/>
          <a:ext cx="3752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204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1257" y="528294"/>
        <a:ext cx="20290" cy="4058"/>
      </dsp:txXfrm>
    </dsp:sp>
    <dsp:sp modelId="{9E4C0002-3ECB-499D-888F-C443DD894FD8}">
      <dsp:nvSpPr>
        <dsp:cNvPr id="0" name=""/>
        <dsp:cNvSpPr/>
      </dsp:nvSpPr>
      <dsp:spPr>
        <a:xfrm>
          <a:off x="2451233" y="1013"/>
          <a:ext cx="1764366" cy="105862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Raw CSV Files</a:t>
          </a:r>
          <a:endParaRPr lang="en-US" sz="2300" kern="1200"/>
        </a:p>
      </dsp:txBody>
      <dsp:txXfrm>
        <a:off x="2451233" y="1013"/>
        <a:ext cx="1764366" cy="1058620"/>
      </dsp:txXfrm>
    </dsp:sp>
    <dsp:sp modelId="{B71C0437-E790-4D02-86EF-611E75BCA54B}">
      <dsp:nvSpPr>
        <dsp:cNvPr id="0" name=""/>
        <dsp:cNvSpPr/>
      </dsp:nvSpPr>
      <dsp:spPr>
        <a:xfrm>
          <a:off x="1163245" y="1057833"/>
          <a:ext cx="4340342" cy="375204"/>
        </a:xfrm>
        <a:custGeom>
          <a:avLst/>
          <a:gdLst/>
          <a:ahLst/>
          <a:cxnLst/>
          <a:rect l="0" t="0" r="0" b="0"/>
          <a:pathLst>
            <a:path>
              <a:moveTo>
                <a:pt x="4340342" y="0"/>
              </a:moveTo>
              <a:lnTo>
                <a:pt x="4340342" y="204702"/>
              </a:lnTo>
              <a:lnTo>
                <a:pt x="0" y="204702"/>
              </a:lnTo>
              <a:lnTo>
                <a:pt x="0" y="375204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24434" y="1243406"/>
        <a:ext cx="217963" cy="4058"/>
      </dsp:txXfrm>
    </dsp:sp>
    <dsp:sp modelId="{638F4A7D-6467-4277-AFAD-0AF7C84A593D}">
      <dsp:nvSpPr>
        <dsp:cNvPr id="0" name=""/>
        <dsp:cNvSpPr/>
      </dsp:nvSpPr>
      <dsp:spPr>
        <a:xfrm>
          <a:off x="4621404" y="1013"/>
          <a:ext cx="1764366" cy="105862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Data Ingestion</a:t>
          </a:r>
          <a:endParaRPr lang="en-US" sz="2300" kern="1200"/>
        </a:p>
      </dsp:txBody>
      <dsp:txXfrm>
        <a:off x="4621404" y="1013"/>
        <a:ext cx="1764366" cy="1058620"/>
      </dsp:txXfrm>
    </dsp:sp>
    <dsp:sp modelId="{A5D488E4-E4B4-483C-8037-2E01773F49D6}">
      <dsp:nvSpPr>
        <dsp:cNvPr id="0" name=""/>
        <dsp:cNvSpPr/>
      </dsp:nvSpPr>
      <dsp:spPr>
        <a:xfrm>
          <a:off x="2043628" y="1949027"/>
          <a:ext cx="3752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204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1085" y="1992718"/>
        <a:ext cx="20290" cy="4058"/>
      </dsp:txXfrm>
    </dsp:sp>
    <dsp:sp modelId="{D9281C28-C784-45DE-9D7C-1C582C5ABA84}">
      <dsp:nvSpPr>
        <dsp:cNvPr id="0" name=""/>
        <dsp:cNvSpPr/>
      </dsp:nvSpPr>
      <dsp:spPr>
        <a:xfrm>
          <a:off x="281061" y="1465437"/>
          <a:ext cx="1764366" cy="105862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Data Cleaning</a:t>
          </a:r>
          <a:endParaRPr lang="en-US" sz="2300" kern="1200"/>
        </a:p>
      </dsp:txBody>
      <dsp:txXfrm>
        <a:off x="281061" y="1465437"/>
        <a:ext cx="1764366" cy="1058620"/>
      </dsp:txXfrm>
    </dsp:sp>
    <dsp:sp modelId="{3AAAD86C-2623-4BBE-A713-68D05CF63989}">
      <dsp:nvSpPr>
        <dsp:cNvPr id="0" name=""/>
        <dsp:cNvSpPr/>
      </dsp:nvSpPr>
      <dsp:spPr>
        <a:xfrm>
          <a:off x="4213799" y="1949027"/>
          <a:ext cx="3752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204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1257" y="1992718"/>
        <a:ext cx="20290" cy="4058"/>
      </dsp:txXfrm>
    </dsp:sp>
    <dsp:sp modelId="{758B4054-0276-441F-AED1-555D249879C0}">
      <dsp:nvSpPr>
        <dsp:cNvPr id="0" name=""/>
        <dsp:cNvSpPr/>
      </dsp:nvSpPr>
      <dsp:spPr>
        <a:xfrm>
          <a:off x="2451233" y="1465437"/>
          <a:ext cx="1764366" cy="105862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SQLite Database</a:t>
          </a:r>
          <a:endParaRPr lang="en-US" sz="2300" kern="1200"/>
        </a:p>
      </dsp:txBody>
      <dsp:txXfrm>
        <a:off x="2451233" y="1465437"/>
        <a:ext cx="1764366" cy="1058620"/>
      </dsp:txXfrm>
    </dsp:sp>
    <dsp:sp modelId="{E9F4730B-EFA2-4B14-869E-76214980FF1F}">
      <dsp:nvSpPr>
        <dsp:cNvPr id="0" name=""/>
        <dsp:cNvSpPr/>
      </dsp:nvSpPr>
      <dsp:spPr>
        <a:xfrm>
          <a:off x="1163245" y="2522257"/>
          <a:ext cx="4340342" cy="375204"/>
        </a:xfrm>
        <a:custGeom>
          <a:avLst/>
          <a:gdLst/>
          <a:ahLst/>
          <a:cxnLst/>
          <a:rect l="0" t="0" r="0" b="0"/>
          <a:pathLst>
            <a:path>
              <a:moveTo>
                <a:pt x="4340342" y="0"/>
              </a:moveTo>
              <a:lnTo>
                <a:pt x="4340342" y="204702"/>
              </a:lnTo>
              <a:lnTo>
                <a:pt x="0" y="204702"/>
              </a:lnTo>
              <a:lnTo>
                <a:pt x="0" y="37520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24434" y="2707830"/>
        <a:ext cx="217963" cy="4058"/>
      </dsp:txXfrm>
    </dsp:sp>
    <dsp:sp modelId="{C3B78C92-7329-42C2-8662-B2AD5F054F0E}">
      <dsp:nvSpPr>
        <dsp:cNvPr id="0" name=""/>
        <dsp:cNvSpPr/>
      </dsp:nvSpPr>
      <dsp:spPr>
        <a:xfrm>
          <a:off x="4621404" y="1465437"/>
          <a:ext cx="1764366" cy="105862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EDA</a:t>
          </a:r>
          <a:endParaRPr lang="en-US" sz="2300" kern="1200"/>
        </a:p>
      </dsp:txBody>
      <dsp:txXfrm>
        <a:off x="4621404" y="1465437"/>
        <a:ext cx="1764366" cy="1058620"/>
      </dsp:txXfrm>
    </dsp:sp>
    <dsp:sp modelId="{5A3797B1-FEE3-483B-AE9D-3DC6EFCFAAA4}">
      <dsp:nvSpPr>
        <dsp:cNvPr id="0" name=""/>
        <dsp:cNvSpPr/>
      </dsp:nvSpPr>
      <dsp:spPr>
        <a:xfrm>
          <a:off x="2043628" y="3413452"/>
          <a:ext cx="3752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204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21085" y="3457143"/>
        <a:ext cx="20290" cy="4058"/>
      </dsp:txXfrm>
    </dsp:sp>
    <dsp:sp modelId="{C76519F5-DFBC-4769-9EF0-BEAD4436BF26}">
      <dsp:nvSpPr>
        <dsp:cNvPr id="0" name=""/>
        <dsp:cNvSpPr/>
      </dsp:nvSpPr>
      <dsp:spPr>
        <a:xfrm>
          <a:off x="281061" y="2929862"/>
          <a:ext cx="1764366" cy="105862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Performance Analytics</a:t>
          </a:r>
          <a:endParaRPr lang="en-US" sz="2300" kern="1200"/>
        </a:p>
      </dsp:txBody>
      <dsp:txXfrm>
        <a:off x="281061" y="2929862"/>
        <a:ext cx="1764366" cy="1058620"/>
      </dsp:txXfrm>
    </dsp:sp>
    <dsp:sp modelId="{4931FA2A-F3A3-436C-881D-7E0CE0B921A8}">
      <dsp:nvSpPr>
        <dsp:cNvPr id="0" name=""/>
        <dsp:cNvSpPr/>
      </dsp:nvSpPr>
      <dsp:spPr>
        <a:xfrm>
          <a:off x="4213799" y="3413452"/>
          <a:ext cx="3752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204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1257" y="3457143"/>
        <a:ext cx="20290" cy="4058"/>
      </dsp:txXfrm>
    </dsp:sp>
    <dsp:sp modelId="{46EA1939-A10D-4B85-B7B3-AAC340E8E8C8}">
      <dsp:nvSpPr>
        <dsp:cNvPr id="0" name=""/>
        <dsp:cNvSpPr/>
      </dsp:nvSpPr>
      <dsp:spPr>
        <a:xfrm>
          <a:off x="2451233" y="2929862"/>
          <a:ext cx="1764366" cy="105862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Advanced Analytics</a:t>
          </a:r>
          <a:endParaRPr lang="en-US" sz="2300" kern="1200"/>
        </a:p>
      </dsp:txBody>
      <dsp:txXfrm>
        <a:off x="2451233" y="2929862"/>
        <a:ext cx="1764366" cy="1058620"/>
      </dsp:txXfrm>
    </dsp:sp>
    <dsp:sp modelId="{40BCBDEF-28F6-4F1A-A000-EC08A0112F49}">
      <dsp:nvSpPr>
        <dsp:cNvPr id="0" name=""/>
        <dsp:cNvSpPr/>
      </dsp:nvSpPr>
      <dsp:spPr>
        <a:xfrm>
          <a:off x="1163245" y="3986682"/>
          <a:ext cx="4340342" cy="375204"/>
        </a:xfrm>
        <a:custGeom>
          <a:avLst/>
          <a:gdLst/>
          <a:ahLst/>
          <a:cxnLst/>
          <a:rect l="0" t="0" r="0" b="0"/>
          <a:pathLst>
            <a:path>
              <a:moveTo>
                <a:pt x="4340342" y="0"/>
              </a:moveTo>
              <a:lnTo>
                <a:pt x="4340342" y="204702"/>
              </a:lnTo>
              <a:lnTo>
                <a:pt x="0" y="204702"/>
              </a:lnTo>
              <a:lnTo>
                <a:pt x="0" y="375204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24434" y="4172255"/>
        <a:ext cx="217963" cy="4058"/>
      </dsp:txXfrm>
    </dsp:sp>
    <dsp:sp modelId="{6EECF3E7-78E9-4D6B-B3A3-53B8BEC54F46}">
      <dsp:nvSpPr>
        <dsp:cNvPr id="0" name=""/>
        <dsp:cNvSpPr/>
      </dsp:nvSpPr>
      <dsp:spPr>
        <a:xfrm>
          <a:off x="4621404" y="2929862"/>
          <a:ext cx="1764366" cy="105862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Power BI Dashboard</a:t>
          </a:r>
          <a:endParaRPr lang="en-US" sz="2300" kern="1200"/>
        </a:p>
      </dsp:txBody>
      <dsp:txXfrm>
        <a:off x="4621404" y="2929862"/>
        <a:ext cx="1764366" cy="1058620"/>
      </dsp:txXfrm>
    </dsp:sp>
    <dsp:sp modelId="{101F69E2-9AFA-4797-B3C1-4E495B7D4975}">
      <dsp:nvSpPr>
        <dsp:cNvPr id="0" name=""/>
        <dsp:cNvSpPr/>
      </dsp:nvSpPr>
      <dsp:spPr>
        <a:xfrm>
          <a:off x="281061" y="4394286"/>
          <a:ext cx="1764366" cy="105862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6455" tIns="90750" rIns="86455" bIns="9075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Business Insights</a:t>
          </a:r>
          <a:endParaRPr lang="en-US" sz="2300" kern="1200"/>
        </a:p>
      </dsp:txBody>
      <dsp:txXfrm>
        <a:off x="281061" y="4394286"/>
        <a:ext cx="1764366" cy="1058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8EB2-F081-DF6C-E900-3B07E8E52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34B7E-C954-17C8-FD90-5FDE7C2C4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B99A-A084-CEE3-7AF3-2498BE8C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D3F9A-924E-5874-926C-74945775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E913B-C414-0DEE-E581-F2C708F4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2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5BB9-21C2-36CA-6532-EE091D3C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D905A-488D-A1C5-1F5A-3DF09E339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B0DCA-CDA0-7ABC-A7B4-C5688EBE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C5A22-35BD-28B2-F978-40A7FCF1E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E2EA9-A0C7-F670-66B3-D9286F0E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6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E44D-1CA0-A1A3-532B-F09BD935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01ECD-F6D2-0554-8C62-44EBFB65C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26F3E-D01C-79F3-7A16-E7B535B1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FFAD6-1E0C-296E-69E3-9E6B4047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1FF39-F913-A8C1-19FA-7E2DE8D5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07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9032-FC92-BE28-791B-791C9BEC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4982C-3FDF-168E-9D8C-798F3566F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A65F5-F454-6F4D-3A5E-F9AB16E3F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C22B4-B359-3E90-2876-60CB2C90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B2B63-8EA2-F359-87DA-FC8CA7F9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5F256-9EF3-4279-0E0C-AE1EF4EE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1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1275-BE7A-CEB6-DBEA-E8780E3FD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52241-D885-E4F6-4F01-7F75CB18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2B723-52C4-0563-5D84-3EB05A8EA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60CFB-2814-3CB6-FBA1-1AF783AA6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15E4C-BDBD-D6EB-7073-5E9D05AF6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4B6145-1F63-6C0A-3327-0E61C5C1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6A9DA-F493-AEBD-B619-8F27D8FD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C7FBC-F225-B62F-4E58-F6F64182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0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D7E3E-4C7C-B9BE-6F41-52D80CF1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2C8A6-6048-7D64-ED8D-29E50642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61742-AE18-AA07-990F-E129089B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8A02C-C793-C80B-C870-775C9192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1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9A6CB-9D9D-A79F-5DD3-5BD5F12C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B52A6-8769-64F0-D007-BA842658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D4AEE-E5B2-93EB-B19C-69E5528D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7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7245-335C-5CCB-9818-C1D70B54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F96C3-49A2-F066-8DF8-D837953F3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EF0D3-E3E8-2AA9-FAB7-D2D2A9335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C8321-A17C-9758-9FD8-60EE785E5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E50EB-B3E0-F1EA-9DF8-971BF766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1055-C962-407D-A60F-3FC8C6CA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7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CD35-7D24-53C3-A1CB-53E85AA4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6BD24D-80BA-52D2-C762-8D0BF1E7E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1653D-3C56-86D3-A0C2-C573AE003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F6B8A-9E9A-4FC0-6205-2AF09891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11915-46C7-F2D3-D091-3D686979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4DF8E-7538-2CEC-123F-2670D9A04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39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688B-AFD9-F4F4-E6E5-6E6CFA285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8C7C6-6B82-6684-3A40-1C72381AE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8E71A-4356-03CE-EF85-0301C44B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79B86-22AF-1544-569B-0A6C72477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BD16E-4387-EB3D-348C-8D0C2986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51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8A896-A2C0-EED1-B1F9-4426958F5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B7827-AF68-EFD4-6742-0F8851BBE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C43F-6347-95EB-DE37-E0FC68DA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57E4E-9818-A9D3-E2D4-A52A6959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AF3E-D2A5-B06B-BCD1-83B79F9E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C1CC8-0408-4F45-DBF8-E67BC6CD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46472-FCB2-BB77-1EB3-27DA38F63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C887B-1E8B-EDF9-0013-9DBDCBF30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3A886-2AB8-4B45-914A-412C1B6D33F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8D317-EFC2-3386-4801-312289E1A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7D6FC-8C2D-4AB1-BC01-20E43DAB1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30B31-FAA8-4754-A0AE-1647A396C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27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rajak28/Mutual_Fund_Analytics_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B0879-65FF-5E66-E612-1949B8657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Mutual Fund Analytics &amp; Investor Insights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42D59-A5EB-A1C2-C20F-DDD49A06F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dirty="0"/>
              <a:t>End-to-End Data Analytics Capstone Project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r>
              <a:rPr lang="en-US" sz="2000" dirty="0"/>
              <a:t>Prepared By:</a:t>
            </a:r>
            <a:br>
              <a:rPr lang="en-US" sz="2000" dirty="0"/>
            </a:br>
            <a:r>
              <a:rPr lang="en-US" sz="2000" dirty="0"/>
              <a:t>Ekta Rajak</a:t>
            </a:r>
          </a:p>
          <a:p>
            <a:pPr algn="l"/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137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D3A0B-3CC3-EE0D-A6CC-0D81CF10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869E3-CE26-0BC1-CCA4-C4313C25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400"/>
              <a:t>The mutual fund industry generates large amounts of investment, performance, and investor data.</a:t>
            </a:r>
          </a:p>
          <a:p>
            <a:pPr marL="0" indent="0">
              <a:buNone/>
            </a:pPr>
            <a:endParaRPr lang="en-IN" sz="1400"/>
          </a:p>
          <a:p>
            <a:pPr marL="0" indent="0">
              <a:buNone/>
            </a:pPr>
            <a:r>
              <a:rPr lang="en-IN" sz="1400" b="1" u="sng"/>
              <a:t>Challenges:</a:t>
            </a:r>
          </a:p>
          <a:p>
            <a:r>
              <a:rPr lang="en-IN" sz="1400"/>
              <a:t>Evaluating fund performance</a:t>
            </a:r>
          </a:p>
          <a:p>
            <a:r>
              <a:rPr lang="en-IN" sz="1400"/>
              <a:t>Measuring risk</a:t>
            </a:r>
          </a:p>
          <a:p>
            <a:r>
              <a:rPr lang="en-IN" sz="1400"/>
              <a:t>Understanding investor behavior</a:t>
            </a:r>
          </a:p>
          <a:p>
            <a:r>
              <a:rPr lang="en-IN" sz="1400"/>
              <a:t>Tracking SIP growth</a:t>
            </a:r>
          </a:p>
          <a:p>
            <a:r>
              <a:rPr lang="en-IN" sz="1400"/>
              <a:t>Identifying investment opportunities</a:t>
            </a:r>
          </a:p>
          <a:p>
            <a:pPr marL="0" indent="0">
              <a:buNone/>
            </a:pPr>
            <a:endParaRPr lang="en-IN" sz="1400"/>
          </a:p>
          <a:p>
            <a:pPr marL="0" indent="0">
              <a:buNone/>
            </a:pPr>
            <a:r>
              <a:rPr lang="en-IN" sz="1400" b="1" u="sng"/>
              <a:t>Need:</a:t>
            </a:r>
          </a:p>
          <a:p>
            <a:r>
              <a:rPr lang="en-IN" sz="1400"/>
              <a:t>A centralized analytics platform for actionable insights and decision-making.</a:t>
            </a:r>
          </a:p>
          <a:p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39325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C1E9B-A8E5-C29D-B46E-85EF37F2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0B89-CFCF-28C9-4383-F745ACFB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 dirty="0"/>
              <a:t>Objectives</a:t>
            </a:r>
          </a:p>
          <a:p>
            <a:r>
              <a:rPr lang="en-IN" sz="2000" dirty="0"/>
              <a:t>Build ETL pipeline</a:t>
            </a:r>
          </a:p>
          <a:p>
            <a:r>
              <a:rPr lang="en-IN" sz="2000" dirty="0"/>
              <a:t>Clean and validate financial datasets</a:t>
            </a:r>
          </a:p>
          <a:p>
            <a:r>
              <a:rPr lang="en-IN" sz="2000" dirty="0"/>
              <a:t>Perform exploratory data analysis</a:t>
            </a:r>
          </a:p>
          <a:p>
            <a:r>
              <a:rPr lang="en-IN" sz="2000" dirty="0"/>
              <a:t>Calculate advanced performance metrics</a:t>
            </a:r>
          </a:p>
          <a:p>
            <a:r>
              <a:rPr lang="en-IN" sz="2000" dirty="0"/>
              <a:t>Develop Power BI dashboard</a:t>
            </a:r>
          </a:p>
          <a:p>
            <a:r>
              <a:rPr lang="en-IN" sz="2000"/>
              <a:t>Analyze</a:t>
            </a:r>
            <a:r>
              <a:rPr lang="en-IN" sz="2000" dirty="0"/>
              <a:t> investor behavior</a:t>
            </a:r>
          </a:p>
          <a:p>
            <a:r>
              <a:rPr lang="en-IN" sz="2000" dirty="0"/>
              <a:t>Create fund recommendation engine</a:t>
            </a:r>
          </a:p>
          <a:p>
            <a:r>
              <a:rPr lang="en-IN" sz="2000" dirty="0"/>
              <a:t>Generate business insights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52840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EE463-A597-0AAF-5C17-C07E5EB7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A00507B-CFD9-C1D5-8C42-B76D41857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/>
              <a:t>Datasets Used</a:t>
            </a:r>
          </a:p>
          <a:p>
            <a:r>
              <a:rPr lang="en-IN" sz="2000"/>
              <a:t>Fund Master</a:t>
            </a:r>
          </a:p>
          <a:p>
            <a:r>
              <a:rPr lang="en-IN" sz="2000"/>
              <a:t>NAV History</a:t>
            </a:r>
          </a:p>
          <a:p>
            <a:r>
              <a:rPr lang="en-IN" sz="2000"/>
              <a:t>AUM by Fund House</a:t>
            </a:r>
          </a:p>
          <a:p>
            <a:r>
              <a:rPr lang="en-IN" sz="2000"/>
              <a:t>Monthly SIP Inflows</a:t>
            </a:r>
          </a:p>
          <a:p>
            <a:r>
              <a:rPr lang="en-IN" sz="2000"/>
              <a:t>Category Inflows</a:t>
            </a:r>
          </a:p>
          <a:p>
            <a:r>
              <a:rPr lang="en-IN" sz="2000"/>
              <a:t>Industry Folio Count</a:t>
            </a:r>
          </a:p>
          <a:p>
            <a:r>
              <a:rPr lang="en-IN" sz="2000"/>
              <a:t>Scheme Performance</a:t>
            </a:r>
          </a:p>
          <a:p>
            <a:r>
              <a:rPr lang="en-IN" sz="2000"/>
              <a:t>Investor Transactions</a:t>
            </a:r>
          </a:p>
          <a:p>
            <a:r>
              <a:rPr lang="en-IN" sz="2000"/>
              <a:t>Portfolio Holdings</a:t>
            </a:r>
          </a:p>
          <a:p>
            <a:r>
              <a:rPr lang="en-IN" sz="2000"/>
              <a:t>Benchmark Indices</a:t>
            </a:r>
          </a:p>
          <a:p>
            <a:pPr marL="0" indent="0">
              <a:buNone/>
            </a:pPr>
            <a:r>
              <a:rPr lang="en-IN" sz="2000"/>
              <a:t>Total Schemes Analysed – 40 </a:t>
            </a:r>
          </a:p>
          <a:p>
            <a:pPr marL="0" indent="0">
              <a:buNone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70609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9C2F1-CF16-76F0-87F0-85EBC48B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Project Architecture</a:t>
            </a:r>
          </a:p>
        </p:txBody>
      </p:sp>
      <p:graphicFrame>
        <p:nvGraphicFramePr>
          <p:cNvPr id="71" name="Content Placeholder 2">
            <a:extLst>
              <a:ext uri="{FF2B5EF4-FFF2-40B4-BE49-F238E27FC236}">
                <a16:creationId xmlns:a16="http://schemas.microsoft.com/office/drawing/2014/main" id="{D797C631-763B-0B64-EEE4-1FCB6AF4F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12296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438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E1E006-794F-30D1-8140-61186625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</a:rPr>
              <a:t>EDA Highlights</a:t>
            </a:r>
            <a:br>
              <a:rPr lang="en-IN" sz="3400" b="1">
                <a:solidFill>
                  <a:srgbClr val="FFFFFF"/>
                </a:solidFill>
              </a:rPr>
            </a:br>
            <a:endParaRPr lang="en-IN" sz="34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F914B-AB31-073E-241D-8938D79D4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8" y="2115247"/>
            <a:ext cx="4565251" cy="2488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6E522F-CC5C-4425-B4A5-AA22B608E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671" y="2290229"/>
            <a:ext cx="4600354" cy="218516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1083C-E055-7B2F-70C8-CF4CBE48C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94" y="5070346"/>
            <a:ext cx="10468632" cy="17876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b="1" dirty="0"/>
              <a:t>Industry Analysis</a:t>
            </a:r>
          </a:p>
          <a:p>
            <a:pPr marL="0" indent="0">
              <a:buNone/>
            </a:pPr>
            <a:r>
              <a:rPr lang="en-IN" sz="1600" dirty="0"/>
              <a:t>Key Findings:</a:t>
            </a:r>
          </a:p>
          <a:p>
            <a:r>
              <a:rPr lang="en-IN" sz="1600" dirty="0"/>
              <a:t>Industry AUM grew significantly</a:t>
            </a:r>
          </a:p>
          <a:p>
            <a:r>
              <a:rPr lang="en-IN" sz="1600" dirty="0"/>
              <a:t>SIP inflows reached record highs</a:t>
            </a:r>
          </a:p>
          <a:p>
            <a:r>
              <a:rPr lang="en-IN" sz="1600" dirty="0"/>
              <a:t>Retail investor participation increased</a:t>
            </a:r>
          </a:p>
          <a:p>
            <a:r>
              <a:rPr lang="en-IN" sz="1600" dirty="0"/>
              <a:t>Equity funds attracted higher inflows</a:t>
            </a:r>
          </a:p>
          <a:p>
            <a:pPr marL="0" indent="0">
              <a:buNone/>
            </a:pP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417680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6F9873-642F-4EB5-9636-7DE2F9F9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F8B8011-BF73-4693-BD76-BCF02A84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7329488-C25D-4C7C-814F-CEBFD5E7C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68D62A5-CA80-455B-8BF4-09BA31DC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320F636-F7FE-493A-AF45-D9E22016E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FAE76A-3CE9-4AC3-9975-186C6B3EE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D2D7409-1AC7-4A0F-B79D-1664128FB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7E237-0640-9C96-C9F5-6682F25A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0936"/>
            <a:ext cx="5330275" cy="1951075"/>
          </a:xfrm>
          <a:noFill/>
        </p:spPr>
        <p:txBody>
          <a:bodyPr anchor="t">
            <a:normAutofit/>
          </a:bodyPr>
          <a:lstStyle/>
          <a:p>
            <a:r>
              <a:rPr lang="en-IN" b="1">
                <a:solidFill>
                  <a:schemeClr val="bg1"/>
                </a:solidFill>
              </a:rPr>
              <a:t>EDA Highlights – Investor Analytics</a:t>
            </a:r>
            <a:br>
              <a:rPr lang="en-IN" b="1">
                <a:solidFill>
                  <a:schemeClr val="bg1"/>
                </a:solidFill>
              </a:rPr>
            </a:br>
            <a:endParaRPr lang="en-IN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8BDE6-F4BE-6E34-86E8-CCCEA285E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718" y="630936"/>
            <a:ext cx="4992469" cy="1951087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1400" b="1">
                <a:solidFill>
                  <a:schemeClr val="bg1"/>
                </a:solidFill>
              </a:rPr>
              <a:t>Investor Behavior Analysis</a:t>
            </a:r>
          </a:p>
          <a:p>
            <a:pPr marL="0" indent="0">
              <a:buNone/>
            </a:pPr>
            <a:r>
              <a:rPr lang="en-IN" sz="1400">
                <a:solidFill>
                  <a:schemeClr val="bg1"/>
                </a:solidFill>
              </a:rPr>
              <a:t>Findings:</a:t>
            </a:r>
          </a:p>
          <a:p>
            <a:r>
              <a:rPr lang="en-IN" sz="1400">
                <a:solidFill>
                  <a:schemeClr val="bg1"/>
                </a:solidFill>
              </a:rPr>
              <a:t>Age group distribution identified key investor segments</a:t>
            </a:r>
          </a:p>
          <a:p>
            <a:r>
              <a:rPr lang="en-IN" sz="1400">
                <a:solidFill>
                  <a:schemeClr val="bg1"/>
                </a:solidFill>
              </a:rPr>
              <a:t>State-wise investment concentration observed</a:t>
            </a:r>
          </a:p>
          <a:p>
            <a:r>
              <a:rPr lang="en-IN" sz="1400">
                <a:solidFill>
                  <a:schemeClr val="bg1"/>
                </a:solidFill>
              </a:rPr>
              <a:t>SIP investments dominated transaction value</a:t>
            </a:r>
          </a:p>
          <a:p>
            <a:r>
              <a:rPr lang="en-IN" sz="1400">
                <a:solidFill>
                  <a:schemeClr val="bg1"/>
                </a:solidFill>
              </a:rPr>
              <a:t>Strong growth in investor participation</a:t>
            </a:r>
          </a:p>
          <a:p>
            <a:pPr marL="0" indent="0">
              <a:buNone/>
            </a:pPr>
            <a:endParaRPr lang="en-IN" sz="140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F296DB0-553A-3948-FF6F-49C6C05EB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12" y="2756877"/>
            <a:ext cx="3747217" cy="3492497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3" y="2900856"/>
            <a:ext cx="304800" cy="429768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6620160-2FA8-6C4A-B4B2-DFA0861CB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827" y="2756877"/>
            <a:ext cx="6007182" cy="329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4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C3E08-EDE3-0E5A-9D2B-3C35F0BD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E248-4598-4141-E692-E4A817F9C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65738"/>
            <a:ext cx="9724031" cy="45509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 dirty="0"/>
              <a:t>Metrics Calculated:</a:t>
            </a:r>
          </a:p>
          <a:p>
            <a:r>
              <a:rPr lang="en-IN" sz="2000" dirty="0"/>
              <a:t>CAGR</a:t>
            </a:r>
          </a:p>
          <a:p>
            <a:r>
              <a:rPr lang="en-IN" sz="2000" dirty="0"/>
              <a:t>Sharpe Ratio</a:t>
            </a:r>
          </a:p>
          <a:p>
            <a:r>
              <a:rPr lang="en-IN" sz="2000" dirty="0"/>
              <a:t>Sortino Ratio</a:t>
            </a:r>
          </a:p>
          <a:p>
            <a:r>
              <a:rPr lang="en-IN" sz="2000" dirty="0"/>
              <a:t>Alpha</a:t>
            </a:r>
          </a:p>
          <a:p>
            <a:r>
              <a:rPr lang="en-IN" sz="2000" dirty="0"/>
              <a:t>Beta</a:t>
            </a:r>
          </a:p>
          <a:p>
            <a:r>
              <a:rPr lang="en-IN" sz="2000" dirty="0"/>
              <a:t>Maximum Drawdown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Purpose:</a:t>
            </a:r>
          </a:p>
          <a:p>
            <a:r>
              <a:rPr lang="en-IN" sz="2000" dirty="0"/>
              <a:t>Evaluate returns, volatility, and risk-adjusted performance.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53921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5A7A3-6E95-8867-138A-80506C7C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IN" sz="4000"/>
              <a:t>Advanced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4A9F-1252-977D-101C-84C8F5254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/>
              <a:t>Advanced Financial Analytics</a:t>
            </a:r>
          </a:p>
          <a:p>
            <a:pPr marL="0" indent="0">
              <a:buNone/>
            </a:pPr>
            <a:r>
              <a:rPr lang="en-IN" sz="1900"/>
              <a:t>Implemented:</a:t>
            </a:r>
          </a:p>
          <a:p>
            <a:r>
              <a:rPr lang="en-IN" sz="1900"/>
              <a:t>Historical VaR</a:t>
            </a:r>
          </a:p>
          <a:p>
            <a:r>
              <a:rPr lang="en-IN" sz="1900"/>
              <a:t>CVaR</a:t>
            </a:r>
          </a:p>
          <a:p>
            <a:r>
              <a:rPr lang="en-IN" sz="1900"/>
              <a:t>Rolling Sharpe Ratio</a:t>
            </a:r>
          </a:p>
          <a:p>
            <a:r>
              <a:rPr lang="en-IN" sz="1900"/>
              <a:t>Investor Cohort Analysis</a:t>
            </a:r>
          </a:p>
          <a:p>
            <a:r>
              <a:rPr lang="en-IN" sz="1900"/>
              <a:t>SIP Continuity Analysis</a:t>
            </a:r>
          </a:p>
          <a:p>
            <a:r>
              <a:rPr lang="en-IN" sz="1900"/>
              <a:t>Fund Recommender</a:t>
            </a:r>
          </a:p>
          <a:p>
            <a:r>
              <a:rPr lang="en-IN" sz="1900"/>
              <a:t>HHI Concentration Analysis</a:t>
            </a:r>
          </a:p>
          <a:p>
            <a:pPr marL="0" indent="0">
              <a:buNone/>
            </a:pPr>
            <a:endParaRPr lang="en-IN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6855D-4022-8190-3ACA-35795804B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451" y="2297430"/>
            <a:ext cx="7318547" cy="406117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0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0D169-0478-6063-6000-54EB6565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IN" sz="400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47138-15F2-FDD3-1DC6-654945871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000" b="1" dirty="0"/>
              <a:t>Power BI Dashboard</a:t>
            </a:r>
          </a:p>
          <a:p>
            <a:pPr marL="0" indent="0">
              <a:buNone/>
            </a:pPr>
            <a:r>
              <a:rPr lang="en-IN" sz="2000" dirty="0"/>
              <a:t>Pages Developed:</a:t>
            </a:r>
          </a:p>
          <a:p>
            <a:r>
              <a:rPr lang="en-IN" sz="2000" dirty="0"/>
              <a:t>Industry Overview</a:t>
            </a:r>
          </a:p>
          <a:p>
            <a:r>
              <a:rPr lang="en-IN" sz="2000" dirty="0"/>
              <a:t>Fund Performance</a:t>
            </a:r>
          </a:p>
          <a:p>
            <a:r>
              <a:rPr lang="en-IN" sz="2000" dirty="0"/>
              <a:t>Investor Analytics</a:t>
            </a:r>
          </a:p>
          <a:p>
            <a:r>
              <a:rPr lang="en-IN" sz="2000" dirty="0"/>
              <a:t>SIP &amp; Market Trends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74250-3EA8-6D26-DDED-6DCE17EBD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158" y="2256344"/>
            <a:ext cx="6511332" cy="40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3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BBC1-31B6-B9B8-693C-0C4D68D9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A986-7C3C-08BA-FD7C-9D8B363FC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Business Insights</a:t>
            </a:r>
          </a:p>
          <a:p>
            <a:r>
              <a:rPr lang="en-IN" dirty="0"/>
              <a:t>Industry AUM demonstrated strong growth.</a:t>
            </a:r>
          </a:p>
          <a:p>
            <a:r>
              <a:rPr lang="en-IN" dirty="0"/>
              <a:t>SIP inflows crossed ₹31K Cr.</a:t>
            </a:r>
          </a:p>
          <a:p>
            <a:r>
              <a:rPr lang="en-IN" dirty="0"/>
              <a:t>Small-cap funds delivered higher returns but higher risk.</a:t>
            </a:r>
          </a:p>
          <a:p>
            <a:r>
              <a:rPr lang="en-IN" dirty="0"/>
              <a:t>Investor participation increased significantly.</a:t>
            </a:r>
          </a:p>
          <a:p>
            <a:r>
              <a:rPr lang="en-IN" dirty="0"/>
              <a:t>Most investors showed irregular SIP contribution patterns.</a:t>
            </a:r>
          </a:p>
          <a:p>
            <a:r>
              <a:rPr lang="en-IN" dirty="0"/>
              <a:t>Diversification varied across mutual funds.</a:t>
            </a:r>
          </a:p>
          <a:p>
            <a:r>
              <a:rPr lang="en-IN" dirty="0"/>
              <a:t>Risk-adjusted performance differed substantially among schemes.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179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D2E3-1223-C61F-1FA3-CAD75C9E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Thank You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0D6BC-BC87-336C-FF40-C4B549529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0470"/>
            <a:ext cx="9295701" cy="40964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Prepared By:</a:t>
            </a:r>
            <a:br>
              <a:rPr lang="en-IN" dirty="0"/>
            </a:br>
            <a:r>
              <a:rPr lang="en-IN" dirty="0"/>
              <a:t>Ekta Rajak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GitHub Repository:</a:t>
            </a:r>
            <a:br>
              <a:rPr lang="en-IN" dirty="0"/>
            </a:br>
            <a:r>
              <a:rPr lang="en-IN" dirty="0">
                <a:hlinkClick r:id="rId2"/>
              </a:rPr>
              <a:t>https://github.com/erajak28/Mutual_Fund_Analytics_Project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155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359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Mutual Fund Analytics &amp; Investor Insights Platform</vt:lpstr>
      <vt:lpstr>Business Problem</vt:lpstr>
      <vt:lpstr>Project Objectives</vt:lpstr>
      <vt:lpstr>Data Sources</vt:lpstr>
      <vt:lpstr>Project Architecture</vt:lpstr>
      <vt:lpstr>EDA Highlights </vt:lpstr>
      <vt:lpstr>EDA Highlights – Investor Analytics </vt:lpstr>
      <vt:lpstr>Performance Metrics</vt:lpstr>
      <vt:lpstr>Advanced Analytics</vt:lpstr>
      <vt:lpstr>Dashboard Overview</vt:lpstr>
      <vt:lpstr>Key Findings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ekta rajak</dc:creator>
  <cp:lastModifiedBy>ekta rajak</cp:lastModifiedBy>
  <cp:revision>1</cp:revision>
  <dcterms:created xsi:type="dcterms:W3CDTF">2026-06-15T08:35:49Z</dcterms:created>
  <dcterms:modified xsi:type="dcterms:W3CDTF">2026-06-15T09:21:40Z</dcterms:modified>
</cp:coreProperties>
</file>